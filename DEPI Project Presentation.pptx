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ba2a6af5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ba2a6af5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ba2a6af57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ba2a6af5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ba2a6af57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ba2a6af5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ba2a6af57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ba2a6af57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ba2a6af57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ba2a6af5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ba2a6af57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ba2a6af5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ba2a6af57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ba2a6af5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ba2a6af57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aba2a6af57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ba2a6af57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ba2a6af5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ba2a6af57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ba2a6af57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aba2a6af57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aba2a6af5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ba2a6af57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ba2a6af5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81950" y="124700"/>
            <a:ext cx="2298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Made By Mohamed Ashraf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90" name="Google Shape;9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95" name="Google Shape;9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100" name="Google Shape;10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105" name="Google Shape;10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110" name="Google Shape;11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115" name="Google Shape;11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تحسين هذه الشريحة" id="120" name="Google Shape;12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move the Jenkins tool from this slide"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hance this slide"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hance this slide" id="135" name="Google Shape;13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hance this slide" id="140" name="Google Shape;14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6581"/>
            <a:ext cx="12191409" cy="68045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